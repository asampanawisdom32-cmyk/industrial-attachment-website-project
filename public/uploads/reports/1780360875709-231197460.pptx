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2377-A28E-A1A4-4BFD-B157E5272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054F8-5699-FDF4-C680-5FE24BCF9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C20D-20D6-D09F-0016-2E805B59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7F934-87EF-92C1-EAC1-0CCD3C25B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B055-8B75-45BB-B687-6BFD1FD2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71951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5A44-3885-8CDC-B4F1-18F979A1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FF014-8AAB-DCC0-C735-655ECC874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5A90-FBAC-C2DA-7A6C-356E02B0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C4C8B-EAE9-AFE2-1C5C-B10C84E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96BA-030B-A286-A1E7-A06A64AF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245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897D-BE20-FC97-88A8-D2FA02A7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3E443-876A-343B-69F1-66660B0D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C1BF1-40AE-3A85-8A28-E529493B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BA16-1844-4893-4FE5-766AB8C7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CBB72-98B4-AC92-9F5A-34A038E2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93998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7AF4-FD27-A267-3C73-F6C75A95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E6AEA-EF88-AC52-91BE-B6D7F2D4D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0EB0D-D7EF-F4C4-CCF6-63FEAD64F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64FAB-128C-ED09-C1D9-F630447C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4F83F-4654-6DB9-AEFB-D168F1AA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3CEA-A388-394E-D9EC-05E2B85E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908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0783-6D43-F033-09C1-F6DB14F5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A4FD0-0F33-6B87-C3E3-BD9147EDA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D3923-5C81-414A-9AF4-BA004A3E0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3BB83-2F16-E4A8-0644-17E7D710F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115E8-6633-52E8-EF3B-70AF843AE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BAD98-B28F-A4F6-B9FF-2533FFDC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672F8-43AF-7A0C-9A8D-678917B7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FF4BE-72EE-7498-3748-A0129B63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2514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80F7-9FDE-8DB3-D93B-771BCD3E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47093-5E84-C6D2-B599-8372D6E3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D41CD-4A62-5D50-7B74-F7AF4D3B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ED4DF-DB91-2F0E-8144-766C397C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9643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D2341-9601-44E2-4AAE-7408A76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DE3C9-36A0-BB2D-60D4-4E413E01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17C36-98C2-3DE2-8BFB-E4DB3C94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8486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7718-2FFA-1403-1171-6646609A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CF74-7109-D19A-8DE2-4292E9F99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E7D4D-75C1-3A60-1BFF-A0F3E15A4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CF90A-1E8F-65A7-3C66-E455C837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73C6-6CAD-461E-BA1D-94109B003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54D4F-5615-C880-82E1-4423C35E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8039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4DFF-CD36-6992-16D1-0847FB1C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655AD5-EEC2-B825-DD97-32981FA8A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A7986-F526-2A22-A0FA-93DF47B83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CD263-499A-AD11-9751-85AA7265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9CC36-BF35-47E5-8CE3-4FE1629F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1E675-7C53-B6F6-96BB-E2250FCD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755361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E746-B60C-0228-8FD3-FA630829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B389-127F-5961-4F9D-4E42F1148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28F9-EFDB-B953-6301-C0C82C42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1EDF-23A7-74F2-8B0D-945F3794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A1974-E616-9804-DBBF-44316B97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2698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A884F-18A3-DD54-6ABC-3EFA55E13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3EDDA-909F-AA5E-4A1D-12469CC40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EF712-B624-C176-D82F-7E2EF480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B9C8-FE87-0229-F56C-F1DFF636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ACAC-DCD5-C340-DE69-4747CBC5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9003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B1540-7E1B-35A3-E212-AA05D639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DBDBB-5217-A072-EC47-393E93CD6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E099-A298-29FC-C7A2-63520E24A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01849-74D3-42E7-A288-0A2EDB01C5CE}" type="datetimeFigureOut">
              <a:rPr lang="en-GH" smtClean="0"/>
              <a:t>19/05/2026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1BF27-CA0B-8BAD-6AC6-19B20603B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04594-0E59-9415-BDB3-DE4D11F5C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A7B60-D7C6-4E9F-A4AF-2EB1662EDFC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7787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9000"/>
                    </a14:imgEffect>
                    <a14:imgEffect>
                      <a14:brightnessContrast bright="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835D-9687-F4F9-5868-A98CDE26F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978" y="-1644813"/>
            <a:ext cx="11314323" cy="3289626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Blue Hat Hackers</a:t>
            </a:r>
            <a:endParaRPr lang="en-GH" sz="9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ACE0C-B5BB-CC3D-7737-471C09D26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2787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Group presentation </a:t>
            </a:r>
            <a:endParaRPr lang="en-G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642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0C79FE-713C-2167-1EAC-45A70098D8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271" y="102191"/>
            <a:ext cx="11276682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2: Convert the following numeric permissions to symbolic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Linux permissions: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read =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write =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execute =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/>
              <a:t>Add them together:</a:t>
            </a:r>
            <a:endParaRPr kumimoji="0" lang="en-GH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04812-626E-6C24-0D1B-C1605CD2F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627958"/>
              </p:ext>
            </p:extLst>
          </p:nvPr>
        </p:nvGraphicFramePr>
        <p:xfrm>
          <a:off x="375491" y="3163779"/>
          <a:ext cx="10685442" cy="3694221"/>
        </p:xfrm>
        <a:graphic>
          <a:graphicData uri="http://schemas.openxmlformats.org/drawingml/2006/table">
            <a:tbl>
              <a:tblPr/>
              <a:tblGrid>
                <a:gridCol w="5342721">
                  <a:extLst>
                    <a:ext uri="{9D8B030D-6E8A-4147-A177-3AD203B41FA5}">
                      <a16:colId xmlns:a16="http://schemas.microsoft.com/office/drawing/2014/main" val="3457668934"/>
                    </a:ext>
                  </a:extLst>
                </a:gridCol>
                <a:gridCol w="5342721">
                  <a:extLst>
                    <a:ext uri="{9D8B030D-6E8A-4147-A177-3AD203B41FA5}">
                      <a16:colId xmlns:a16="http://schemas.microsoft.com/office/drawing/2014/main" val="3587087256"/>
                    </a:ext>
                  </a:extLst>
                </a:gridCol>
              </a:tblGrid>
              <a:tr h="410469">
                <a:tc>
                  <a:txBody>
                    <a:bodyPr/>
                    <a:lstStyle/>
                    <a:p>
                      <a:r>
                        <a:rPr lang="en-US" sz="2000" dirty="0"/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984971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rwx</a:t>
                      </a:r>
                      <a:r>
                        <a:rPr lang="en-US" sz="2000" dirty="0"/>
                        <a:t> (4+2+1)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02816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rw- (4+2)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27699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r-x (4+1)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14069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761747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-wx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355992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-w-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641443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--x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895573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GH" sz="20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H" sz="2000" dirty="0"/>
                        <a:t>---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0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487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78C6-0962-0208-CF18-02B4AF5A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The first digit in 4-digit permissions is for </a:t>
            </a:r>
            <a:r>
              <a:rPr lang="en-GB" sz="2400" b="1" dirty="0"/>
              <a:t>special permissions</a:t>
            </a:r>
            <a:r>
              <a:rPr lang="en-GB" sz="2400" dirty="0"/>
              <a:t>:</a:t>
            </a:r>
            <a:br>
              <a:rPr lang="en-GB" sz="2400" dirty="0"/>
            </a:br>
            <a:r>
              <a:rPr lang="en-GB" sz="2400" dirty="0"/>
              <a:t>4 = SUID </a:t>
            </a:r>
            <a:br>
              <a:rPr lang="en-GB" sz="2400" dirty="0"/>
            </a:br>
            <a:r>
              <a:rPr lang="en-GB" sz="2400" dirty="0"/>
              <a:t>2 = SGID </a:t>
            </a:r>
            <a:br>
              <a:rPr lang="en-GB" sz="2400" dirty="0"/>
            </a:br>
            <a:r>
              <a:rPr lang="en-GB" sz="2400" dirty="0"/>
              <a:t>1 = Sticky bit</a:t>
            </a:r>
            <a:br>
              <a:rPr lang="en-GB" sz="2400" dirty="0"/>
            </a:br>
            <a:endParaRPr lang="en-GH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2A6941-C54E-CA93-2377-63F69A3FAC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5318" y="1243705"/>
            <a:ext cx="189507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Answers</a:t>
            </a:r>
            <a:endParaRPr kumimoji="0" lang="en-US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710</a:t>
            </a:r>
            <a:endParaRPr kumimoji="0" lang="en-US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it into: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= </a:t>
            </a:r>
            <a:r>
              <a:rPr kumimoji="0" lang="en-GH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= --x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 ---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GH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2400" dirty="0">
                <a:latin typeface="Arial" panose="020B0604020202020204" pitchFamily="34" charset="0"/>
              </a:rPr>
              <a:t>so: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400" dirty="0" err="1"/>
              <a:t>rwx</a:t>
            </a:r>
            <a:r>
              <a:rPr lang="en-US" sz="2400" dirty="0"/>
              <a:t>--x---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2802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54BA344-1FF6-494C-07CE-255741C16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276" y="102867"/>
            <a:ext cx="341952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4755</a:t>
            </a:r>
            <a:endParaRPr kumimoji="0" lang="en-US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it into: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= SUID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= </a:t>
            </a:r>
            <a:r>
              <a:rPr kumimoji="0" lang="en-GH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 r-x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 r-x 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permission first: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GH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5055CF2-C6E7-B3B7-DA5C-59BA983A0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1942" y="5198047"/>
            <a:ext cx="6939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there is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SUID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replace the owner's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rwsr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-x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379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863606A-A559-C079-09E9-9D017360E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3963" y="127132"/>
            <a:ext cx="324800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5755</a:t>
            </a:r>
            <a:br>
              <a:rPr kumimoji="0" lang="en-US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en-GH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it into: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 SUID + Sticky Bit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= </a:t>
            </a:r>
            <a:r>
              <a:rPr kumimoji="0" lang="en-GH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 r-x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 r-x 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with: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-x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1F52A9-1673-EE2A-CCC0-E6B30E349D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963" y="4422544"/>
            <a:ext cx="45003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Add: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SUID → owner's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Sticky bit → others’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rwsr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499144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BCB214-E8C7-95D1-E816-9AC3F49DA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7015" y="91291"/>
            <a:ext cx="273504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6750</a:t>
            </a:r>
            <a:br>
              <a:rPr kumimoji="0" lang="en-US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en-GH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it into: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= SUID + SGID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= </a:t>
            </a:r>
            <a:r>
              <a:rPr kumimoji="0" lang="en-GH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 r-x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 --- 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with: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rwxr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-x---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481D3B-865E-E4D7-3E20-8D5ACE294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7015" y="4149744"/>
            <a:ext cx="406938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Now: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SUID → owner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SGID → group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GH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rwsr</a:t>
            </a: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-s---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558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F8FC9F-D0B7-6911-1E73-EBF5D3AC0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6431"/>
            <a:ext cx="41392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GH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7000</a:t>
            </a:r>
            <a:br>
              <a:rPr kumimoji="0" lang="en-US" altLang="en-G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en-GH" altLang="en-G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it into: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= SUID + SGID + Sticky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 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 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 --- </a:t>
            </a:r>
            <a:b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normal permissions exist.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CA7A34-D314-5B23-91AA-5A76B8489D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962456"/>
            <a:ext cx="1062823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 bits appear as capital letters because execute permission is missing:</a:t>
            </a: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SUID →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SGID →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Sticky → </a:t>
            </a:r>
            <a:r>
              <a:rPr kumimoji="0" lang="en-GH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G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--S--S--T</a:t>
            </a:r>
            <a:endParaRPr kumimoji="0" lang="en-GH" altLang="en-G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775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CB130E4D-78D1-C8DA-DC0F-EEFF9E903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804429"/>
              </p:ext>
            </p:extLst>
          </p:nvPr>
        </p:nvGraphicFramePr>
        <p:xfrm>
          <a:off x="308471" y="1288973"/>
          <a:ext cx="11391442" cy="5453352"/>
        </p:xfrm>
        <a:graphic>
          <a:graphicData uri="http://schemas.openxmlformats.org/drawingml/2006/table">
            <a:tbl>
              <a:tblPr/>
              <a:tblGrid>
                <a:gridCol w="5695721">
                  <a:extLst>
                    <a:ext uri="{9D8B030D-6E8A-4147-A177-3AD203B41FA5}">
                      <a16:colId xmlns:a16="http://schemas.microsoft.com/office/drawing/2014/main" val="3746884395"/>
                    </a:ext>
                  </a:extLst>
                </a:gridCol>
                <a:gridCol w="5695721">
                  <a:extLst>
                    <a:ext uri="{9D8B030D-6E8A-4147-A177-3AD203B41FA5}">
                      <a16:colId xmlns:a16="http://schemas.microsoft.com/office/drawing/2014/main" val="849619234"/>
                    </a:ext>
                  </a:extLst>
                </a:gridCol>
              </a:tblGrid>
              <a:tr h="908892">
                <a:tc>
                  <a:txBody>
                    <a:bodyPr/>
                    <a:lstStyle/>
                    <a:p>
                      <a:r>
                        <a:rPr lang="en-US" sz="3200" b="1" u="sng" dirty="0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u="sng" dirty="0"/>
                        <a:t>Symbolic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177554"/>
                  </a:ext>
                </a:extLst>
              </a:tr>
              <a:tr h="908892">
                <a:tc>
                  <a:txBody>
                    <a:bodyPr/>
                    <a:lstStyle/>
                    <a:p>
                      <a:r>
                        <a:rPr lang="en-GH" sz="3200" dirty="0"/>
                        <a:t>710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rwx</a:t>
                      </a:r>
                      <a:r>
                        <a:rPr lang="en-US" sz="3200" dirty="0"/>
                        <a:t>--x---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259235"/>
                  </a:ext>
                </a:extLst>
              </a:tr>
              <a:tr h="908892">
                <a:tc>
                  <a:txBody>
                    <a:bodyPr/>
                    <a:lstStyle/>
                    <a:p>
                      <a:r>
                        <a:rPr lang="en-GH" sz="3200"/>
                        <a:t>4755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rwsr</a:t>
                      </a:r>
                      <a:r>
                        <a:rPr lang="en-US" sz="3200" dirty="0"/>
                        <a:t>-</a:t>
                      </a:r>
                      <a:r>
                        <a:rPr lang="en-US" sz="3200" dirty="0" err="1"/>
                        <a:t>xr</a:t>
                      </a:r>
                      <a:r>
                        <a:rPr lang="en-US" sz="3200" dirty="0"/>
                        <a:t>-x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003623"/>
                  </a:ext>
                </a:extLst>
              </a:tr>
              <a:tr h="908892">
                <a:tc>
                  <a:txBody>
                    <a:bodyPr/>
                    <a:lstStyle/>
                    <a:p>
                      <a:r>
                        <a:rPr lang="en-GH" sz="3200"/>
                        <a:t>5755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rwsr-xr-t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112623"/>
                  </a:ext>
                </a:extLst>
              </a:tr>
              <a:tr h="908892">
                <a:tc>
                  <a:txBody>
                    <a:bodyPr/>
                    <a:lstStyle/>
                    <a:p>
                      <a:r>
                        <a:rPr lang="en-GH" sz="3200"/>
                        <a:t>6750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rwsr-s---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0880"/>
                  </a:ext>
                </a:extLst>
              </a:tr>
              <a:tr h="908892">
                <a:tc>
                  <a:txBody>
                    <a:bodyPr/>
                    <a:lstStyle/>
                    <a:p>
                      <a:r>
                        <a:rPr lang="en-GH" sz="3200"/>
                        <a:t>7000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--S--S--T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7391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6BAEE0B-9905-FD24-FC66-DFD66A6EB494}"/>
              </a:ext>
            </a:extLst>
          </p:cNvPr>
          <p:cNvSpPr txBox="1"/>
          <p:nvPr/>
        </p:nvSpPr>
        <p:spPr>
          <a:xfrm>
            <a:off x="2696379" y="327750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Final List</a:t>
            </a:r>
            <a:endParaRPr lang="en-GH" sz="3600" b="1" dirty="0"/>
          </a:p>
        </p:txBody>
      </p:sp>
    </p:spTree>
    <p:extLst>
      <p:ext uri="{BB962C8B-B14F-4D97-AF65-F5344CB8AC3E}">
        <p14:creationId xmlns:p14="http://schemas.microsoft.com/office/powerpoint/2010/main" val="343276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330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Office Theme</vt:lpstr>
      <vt:lpstr>Blue Hat Hackers</vt:lpstr>
      <vt:lpstr>PowerPoint Presentation</vt:lpstr>
      <vt:lpstr>The first digit in 4-digit permissions is for special permissions: 4 = SUID  2 = SGID  1 = Sticky bit </vt:lpstr>
      <vt:lpstr>Since there is SUID, replace the owner's x with s:   rwsr-xr-x</vt:lpstr>
      <vt:lpstr>3. 5755  Break it into:  5 = SUID + Sticky Bit  7 = rwx  5 = r-x  5 = r-x   Start with: rwxr-xr-x</vt:lpstr>
      <vt:lpstr>4. 6750  Break it into:  6 = SUID + SGID  7 = rwx  5 = r-x  0 = ---   Start with: rwxr-x---</vt:lpstr>
      <vt:lpstr>5. 7000  Break it into:  7 = SUID + SGID + Sticky  0 = ---  0 = ---  0 = ---   No normal permissions exist.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2026-05-19T14:06:21Z</dcterms:created>
  <dcterms:modified xsi:type="dcterms:W3CDTF">2026-05-19T15:14:22Z</dcterms:modified>
</cp:coreProperties>
</file>