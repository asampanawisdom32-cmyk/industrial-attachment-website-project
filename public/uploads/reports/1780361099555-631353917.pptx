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-144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FAD6-4AE4-1C01-632C-A74FF8D8C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E779B-0832-EA60-9B31-1CB0CA565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4D85E-32D0-508C-3F86-011B4BEF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734D6-8744-171A-C1CD-A79CB7C7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4FD61-5F19-31D9-ADFB-4C6DCAA3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3987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DE6B-15EF-7E18-3312-4483F6C0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DEA61-67CC-A7F7-BD97-E6455AFD8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4EC96-861D-C5F0-E48B-B9899529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5A432-7BEE-725F-CAAD-4B7B57F2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08795-2189-A8B3-D920-409A01AF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4095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4D43-D3A5-3A25-F3E6-3A1EAE13F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41FA1-5E08-67E6-3074-A28D1EE31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BD38-B5D2-9A14-5D94-CC5B6757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4CDFF-90EA-AC5C-4C90-D00A20D1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3E7B0-673F-859A-9086-E66458AC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6652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1846-A0A7-20BE-7113-F0DEB7B9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33CA0-A333-02DA-06B5-650F31787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7A2D8-82F9-7A82-761C-D9D1A61A0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2A777-E623-AA91-3FA4-877542D9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5DF00-CB28-15EA-AB2F-F86162AB8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5A0D0-EB2D-BB7F-5A45-A181E0E1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5721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E763-E73A-36F9-5AE2-85DC852B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9FC79-1E30-8E1D-C13B-908639308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AC2BB-DB64-E100-5C12-D9D81F1C1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54B13-F2E8-3DDF-5CF7-933E8F1CF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E6F8F-8543-B886-4005-693635F07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4DF71-B78A-9B64-3A65-2A129AE8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0FACA-DE85-8C80-5FC5-76C76B71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68E13-9C60-D4A7-90EA-90AB5DCB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3685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ADD8-D43F-CFAB-CCE0-74A43C87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FF75D-B263-D2FD-C083-24FD1F2E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BB8DB-DA95-B1F8-83DB-C7CFD62E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3BF5C-CE61-BC7D-D6B7-0035ED53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1966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B88C7-1F9F-81E1-1C7D-F0468C36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675C3-7AB1-585E-6F21-9F63FCA0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7D365-C10F-1588-ABA3-ABE00904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1108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1116-99F7-3B15-0B62-225483C8A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4F75-23C1-0451-3EEE-346F55AF2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9F2E1-8ED7-887B-E376-0FB40B0DA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69085-C627-D2E9-C1C1-8D9DD7083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D5D78-ED8A-E57D-48F2-DC761008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F754E-21D4-749B-60E9-6FD277A7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5202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B5E37-53BB-7B20-AB07-5D74A43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1790E-02DD-4618-4051-E3382F24F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DDAB-52E6-350D-C8D8-F841BE4C7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C3462-F496-96C8-E27F-E6EECAB7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8FAD9-33F7-9908-8D5A-AB2C1150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F828A-9CCB-8E92-8E35-CBBA689E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72024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30FA-46D5-240A-5736-D5510B49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66DA0-53D8-C7E8-7618-F9C93B2F7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3E097-CDEC-6853-A632-43228C8A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F2CA3-4258-5887-050E-6D75E773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BB28A-8739-F5A1-1AA9-47CD39CF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42092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BC5CE-0BF8-2DF2-1B60-9074E3824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DD806-A6F2-5FB1-9974-E4A3DB6CA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0F53-FB52-94F9-EFA8-8C35BDD7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69519-1F67-27F9-DE4E-AE995C21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8871D-C141-ABE9-698B-B8F0FD35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1224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85A8F5-4120-BBAF-4E20-E5D8E8E3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3ACC9-EF0D-CD28-8B60-F841DD46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57332-9646-81E4-651E-94ED32DC5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8C871-692F-40D4-B776-1744E96111C2}" type="datetimeFigureOut">
              <a:rPr lang="en-GH" smtClean="0"/>
              <a:t>01/06/2026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C2B55-922F-04CF-472A-05EC510C6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ABD96-68EB-615B-0D2D-1E54333AB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B3529-CE06-4ED3-AA44-A8A044F515A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29284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303D-3D64-09F3-A363-1DFEB4CF5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305" y="1600197"/>
            <a:ext cx="7841974" cy="3319671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Orbitron Bold"/>
              </a:rPr>
              <a:t>BLUE HAT HACKERS</a:t>
            </a:r>
            <a:endParaRPr lang="en-GH" sz="8000" b="1" dirty="0">
              <a:solidFill>
                <a:schemeClr val="bg1"/>
              </a:solidFill>
              <a:latin typeface="Orbitron Bold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C0B12-E885-0C2D-EC79-F16E9792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5044" y="308115"/>
            <a:ext cx="7765772" cy="1023729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Orbitron Bold"/>
              </a:rPr>
              <a:t>GROUP PRESENTATION</a:t>
            </a:r>
            <a:endParaRPr lang="en-GH" sz="6000" b="1" dirty="0">
              <a:solidFill>
                <a:schemeClr val="bg1"/>
              </a:solidFill>
              <a:latin typeface="Orbitron Bold"/>
            </a:endParaRPr>
          </a:p>
        </p:txBody>
      </p:sp>
    </p:spTree>
    <p:extLst>
      <p:ext uri="{BB962C8B-B14F-4D97-AF65-F5344CB8AC3E}">
        <p14:creationId xmlns:p14="http://schemas.microsoft.com/office/powerpoint/2010/main" val="3229028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4908-1AE9-2C67-E933-479878EF9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74" y="0"/>
            <a:ext cx="11814313" cy="1825625"/>
          </a:xfrm>
        </p:spPr>
        <p:txBody>
          <a:bodyPr>
            <a:normAutofit/>
          </a:bodyPr>
          <a:lstStyle/>
          <a:p>
            <a:pPr algn="just"/>
            <a:r>
              <a:rPr lang="en-GB" sz="3600" b="1" dirty="0">
                <a:solidFill>
                  <a:schemeClr val="bg1"/>
                </a:solidFill>
                <a:latin typeface="Orbitron Bold"/>
              </a:rPr>
              <a:t>Foundations of IP Data Networks and Network Devices</a:t>
            </a:r>
            <a:endParaRPr lang="en-GH" sz="3600" dirty="0">
              <a:solidFill>
                <a:schemeClr val="bg1"/>
              </a:solidFill>
              <a:latin typeface="Orbitron 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1888E-799A-17C7-1B00-C599C5375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74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dirty="0">
                <a:solidFill>
                  <a:schemeClr val="bg1"/>
                </a:solidFill>
                <a:latin typeface="Orbitron Bold"/>
              </a:rPr>
              <a:t>Course:</a:t>
            </a:r>
            <a:r>
              <a:rPr lang="en-GB" sz="3200" dirty="0">
                <a:solidFill>
                  <a:schemeClr val="bg1"/>
                </a:solidFill>
                <a:latin typeface="Orbitron Bold"/>
              </a:rPr>
              <a:t> Data Communications and Networking</a:t>
            </a:r>
            <a:br>
              <a:rPr lang="en-GB" sz="3200" dirty="0">
                <a:solidFill>
                  <a:schemeClr val="bg1"/>
                </a:solidFill>
                <a:latin typeface="Orbitron Bold"/>
              </a:rPr>
            </a:br>
            <a:r>
              <a:rPr lang="en-GB" sz="3200" b="1" dirty="0">
                <a:solidFill>
                  <a:schemeClr val="bg1"/>
                </a:solidFill>
                <a:latin typeface="Orbitron Bold"/>
              </a:rPr>
              <a:t>Group:</a:t>
            </a:r>
            <a:r>
              <a:rPr lang="en-GB" sz="3200" dirty="0">
                <a:solidFill>
                  <a:schemeClr val="bg1"/>
                </a:solidFill>
                <a:latin typeface="Orbitron Bold"/>
              </a:rPr>
              <a:t> Team Blue</a:t>
            </a:r>
            <a:br>
              <a:rPr lang="en-GB" sz="3200" dirty="0">
                <a:solidFill>
                  <a:schemeClr val="bg1"/>
                </a:solidFill>
                <a:latin typeface="Orbitron Bold"/>
              </a:rPr>
            </a:br>
            <a:r>
              <a:rPr lang="en-GB" sz="3200" b="1" dirty="0">
                <a:solidFill>
                  <a:schemeClr val="bg1"/>
                </a:solidFill>
                <a:latin typeface="Orbitron Bold"/>
              </a:rPr>
              <a:t>Date:</a:t>
            </a:r>
            <a:r>
              <a:rPr lang="en-GB" sz="3200" dirty="0">
                <a:solidFill>
                  <a:schemeClr val="bg1"/>
                </a:solidFill>
                <a:latin typeface="Orbitron Bold"/>
              </a:rPr>
              <a:t> 3rd June 2026</a:t>
            </a:r>
          </a:p>
          <a:p>
            <a:pPr marL="0" indent="0">
              <a:buNone/>
            </a:pPr>
            <a:r>
              <a:rPr lang="en-GB" sz="3200" b="1" dirty="0">
                <a:solidFill>
                  <a:schemeClr val="bg1"/>
                </a:solidFill>
                <a:latin typeface="Orbitron Bold"/>
              </a:rPr>
              <a:t>Presented By:</a:t>
            </a:r>
          </a:p>
          <a:p>
            <a:pPr marL="0" indent="0">
              <a:buNone/>
            </a:pPr>
            <a:r>
              <a:rPr lang="en-GB" sz="3200" dirty="0">
                <a:solidFill>
                  <a:schemeClr val="bg1"/>
                </a:solidFill>
                <a:latin typeface="Orbitron Bold"/>
              </a:rPr>
              <a:t>ASAMPANA WISDOM APEGYINE</a:t>
            </a:r>
          </a:p>
          <a:p>
            <a:pPr marL="0" indent="0">
              <a:buNone/>
            </a:pPr>
            <a:endParaRPr lang="en-GH" sz="3200" dirty="0">
              <a:solidFill>
                <a:schemeClr val="bg1"/>
              </a:solidFill>
              <a:latin typeface="Orbitron Bold"/>
            </a:endParaRPr>
          </a:p>
        </p:txBody>
      </p:sp>
    </p:spTree>
    <p:extLst>
      <p:ext uri="{BB962C8B-B14F-4D97-AF65-F5344CB8AC3E}">
        <p14:creationId xmlns:p14="http://schemas.microsoft.com/office/powerpoint/2010/main" val="3267057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DB324F-31B2-7CB9-1D75-A85413F1CC7C}"/>
              </a:ext>
            </a:extLst>
          </p:cNvPr>
          <p:cNvSpPr txBox="1"/>
          <p:nvPr/>
        </p:nvSpPr>
        <p:spPr>
          <a:xfrm>
            <a:off x="0" y="347871"/>
            <a:ext cx="827929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What is a Network?</a:t>
            </a: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A computer network is a collection of devices connected together to share information and resources.</a:t>
            </a:r>
          </a:p>
          <a:p>
            <a:pPr>
              <a:buNone/>
            </a:pPr>
            <a:endParaRPr lang="en-GB" sz="28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School computer laboratories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Banking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Hospital information systems </a:t>
            </a:r>
          </a:p>
          <a:p>
            <a:pPr>
              <a:buNone/>
            </a:pPr>
            <a:endParaRPr lang="en-GB" sz="2800" b="1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Why Study Networks?</a:t>
            </a: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Networks allow people and devices to communicate quickly and efficiently.</a:t>
            </a:r>
          </a:p>
        </p:txBody>
      </p:sp>
    </p:spTree>
    <p:extLst>
      <p:ext uri="{BB962C8B-B14F-4D97-AF65-F5344CB8AC3E}">
        <p14:creationId xmlns:p14="http://schemas.microsoft.com/office/powerpoint/2010/main" val="197807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8FE81D-8604-D0A6-7B28-3527D3A713F0}"/>
              </a:ext>
            </a:extLst>
          </p:cNvPr>
          <p:cNvSpPr txBox="1"/>
          <p:nvPr/>
        </p:nvSpPr>
        <p:spPr>
          <a:xfrm>
            <a:off x="106844" y="139870"/>
            <a:ext cx="951423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Meaning of IP Data Networks</a:t>
            </a:r>
          </a:p>
          <a:p>
            <a:pPr>
              <a:buNone/>
            </a:pPr>
            <a:endParaRPr lang="en-GB" sz="2800" b="1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Definition</a:t>
            </a: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An IP Data Network is a network that uses the </a:t>
            </a: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Internet Protocol (IP)</a:t>
            </a:r>
            <a:r>
              <a:rPr lang="en-GB" sz="2800" dirty="0">
                <a:solidFill>
                  <a:schemeClr val="bg1"/>
                </a:solidFill>
                <a:latin typeface="Orbitron Bold"/>
              </a:rPr>
              <a:t> to send and receive data between devices.</a:t>
            </a:r>
          </a:p>
          <a:p>
            <a:pPr>
              <a:buNone/>
            </a:pPr>
            <a:endParaRPr lang="en-GB" sz="28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Simple Explanation</a:t>
            </a: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Just as every house has an address, every device on a network has an IP address.</a:t>
            </a:r>
          </a:p>
          <a:p>
            <a:pPr>
              <a:buNone/>
            </a:pPr>
            <a:endParaRPr lang="en-GB" sz="28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Laptop → 192.168.1.10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Phone → 192.168.1.11 </a:t>
            </a: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IP helps data find the correct destination.</a:t>
            </a:r>
          </a:p>
        </p:txBody>
      </p:sp>
    </p:spTree>
    <p:extLst>
      <p:ext uri="{BB962C8B-B14F-4D97-AF65-F5344CB8AC3E}">
        <p14:creationId xmlns:p14="http://schemas.microsoft.com/office/powerpoint/2010/main" val="46017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538ED-B5D8-C06B-9E50-A6B0EDC2AE8F}"/>
              </a:ext>
            </a:extLst>
          </p:cNvPr>
          <p:cNvSpPr txBox="1"/>
          <p:nvPr/>
        </p:nvSpPr>
        <p:spPr>
          <a:xfrm>
            <a:off x="1" y="258418"/>
            <a:ext cx="9144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bg1"/>
                </a:solidFill>
                <a:latin typeface="Orbitron Bold"/>
              </a:rPr>
              <a:t>Importance of IP Data Networks</a:t>
            </a:r>
          </a:p>
          <a:p>
            <a:pPr algn="ctr">
              <a:buNone/>
            </a:pPr>
            <a:endParaRPr lang="en-US" sz="2800" b="1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  <a:latin typeface="Orbitron Bold"/>
              </a:rPr>
              <a:t>IP Data Networks are important because they:</a:t>
            </a:r>
          </a:p>
          <a:p>
            <a:pPr>
              <a:buNone/>
            </a:pPr>
            <a:endParaRPr lang="en-US" sz="2800" dirty="0">
              <a:solidFill>
                <a:schemeClr val="bg1"/>
              </a:solidFill>
              <a:latin typeface="Orbitron Bol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rbitron Bold"/>
              </a:rPr>
              <a:t> Enable Internet access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H" sz="2800" dirty="0">
                <a:solidFill>
                  <a:schemeClr val="bg1"/>
                </a:solidFill>
                <a:latin typeface="Orbitron Bold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Orbitron Bold"/>
              </a:rPr>
              <a:t>Support online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H" sz="2800" dirty="0">
                <a:solidFill>
                  <a:schemeClr val="bg1"/>
                </a:solidFill>
                <a:latin typeface="Orbitron Bold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Orbitron Bold"/>
              </a:rPr>
              <a:t>Allow email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H" sz="2800" dirty="0">
                <a:solidFill>
                  <a:schemeClr val="bg1"/>
                </a:solidFill>
                <a:latin typeface="Orbitron Bold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Orbitron Bold"/>
              </a:rPr>
              <a:t>Enable video conferencing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H" sz="2800" dirty="0">
                <a:solidFill>
                  <a:schemeClr val="bg1"/>
                </a:solidFill>
                <a:latin typeface="Orbitron Bold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Orbitron Bold"/>
              </a:rPr>
              <a:t>Support cloud computing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H" sz="2800" dirty="0">
                <a:solidFill>
                  <a:schemeClr val="bg1"/>
                </a:solidFill>
                <a:latin typeface="Orbitron Bold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Orbitron Bold"/>
              </a:rPr>
              <a:t>Allow file sharing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  <a:latin typeface="Orbitron Bold"/>
              </a:rPr>
              <a:t>Example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  <a:latin typeface="Orbitron Bold"/>
              </a:rPr>
              <a:t>A student in Ghana can attend an online lecture hosted in another country through an IP network.</a:t>
            </a:r>
          </a:p>
        </p:txBody>
      </p:sp>
    </p:spTree>
    <p:extLst>
      <p:ext uri="{BB962C8B-B14F-4D97-AF65-F5344CB8AC3E}">
        <p14:creationId xmlns:p14="http://schemas.microsoft.com/office/powerpoint/2010/main" val="377094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527173-2197-EC83-5A11-8C07DAA83EB7}"/>
              </a:ext>
            </a:extLst>
          </p:cNvPr>
          <p:cNvSpPr txBox="1"/>
          <p:nvPr/>
        </p:nvSpPr>
        <p:spPr>
          <a:xfrm>
            <a:off x="298173" y="79514"/>
            <a:ext cx="1024724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Functions of Data Networks</a:t>
            </a:r>
          </a:p>
          <a:p>
            <a:pPr algn="ctr">
              <a:buNone/>
            </a:pPr>
            <a:endParaRPr lang="en-GB" sz="2800" b="1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Main Functions</a:t>
            </a:r>
          </a:p>
          <a:p>
            <a:pPr>
              <a:buNone/>
            </a:pPr>
            <a:endParaRPr lang="en-GB" sz="2800" b="1" dirty="0">
              <a:solidFill>
                <a:schemeClr val="bg1"/>
              </a:solidFill>
              <a:latin typeface="Orbitron Bold"/>
            </a:endParaRP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Data Sharing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Transfer files between computers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Resource Sharing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Share printers and storage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Communication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Email, WhatsApp, Zoom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Remote Access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Work from anywhere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Security Management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Protect information </a:t>
            </a:r>
          </a:p>
        </p:txBody>
      </p:sp>
    </p:spTree>
    <p:extLst>
      <p:ext uri="{BB962C8B-B14F-4D97-AF65-F5344CB8AC3E}">
        <p14:creationId xmlns:p14="http://schemas.microsoft.com/office/powerpoint/2010/main" val="62366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34CCFA-6C94-DB91-C5F3-F179318DE762}"/>
              </a:ext>
            </a:extLst>
          </p:cNvPr>
          <p:cNvSpPr txBox="1"/>
          <p:nvPr/>
        </p:nvSpPr>
        <p:spPr>
          <a:xfrm>
            <a:off x="-1" y="0"/>
            <a:ext cx="10277061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bg1"/>
                </a:solidFill>
                <a:latin typeface="Orbitron Bold"/>
              </a:rPr>
              <a:t>Data Networks in Modern Society</a:t>
            </a:r>
          </a:p>
          <a:p>
            <a:pPr>
              <a:buNone/>
            </a:pPr>
            <a:endParaRPr lang="en-US" sz="2800" b="1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  <a:latin typeface="Orbitron Bold"/>
              </a:rPr>
              <a:t>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Online classes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Learning Management Systems </a:t>
            </a:r>
          </a:p>
          <a:p>
            <a:endParaRPr lang="en-US" sz="20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  <a:latin typeface="Orbitron Bold"/>
              </a:rPr>
              <a:t>Banking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ATM networks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Mobile banking </a:t>
            </a:r>
          </a:p>
          <a:p>
            <a:endParaRPr lang="en-US" sz="20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  <a:latin typeface="Orbitron Bold"/>
              </a:rPr>
              <a:t>Healthcare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Electronic medical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Telemedicine</a:t>
            </a:r>
          </a:p>
          <a:p>
            <a:endParaRPr lang="en-US" sz="20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  <a:latin typeface="Orbitron Bold"/>
              </a:rPr>
              <a:t>Business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Online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Video meetings </a:t>
            </a:r>
          </a:p>
          <a:p>
            <a:endParaRPr lang="en-US" sz="20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  <a:latin typeface="Orbitron Bold"/>
              </a:rPr>
              <a:t>Government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Digital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Orbitron Bold"/>
              </a:rPr>
              <a:t>Online tax systems </a:t>
            </a:r>
          </a:p>
        </p:txBody>
      </p:sp>
    </p:spTree>
    <p:extLst>
      <p:ext uri="{BB962C8B-B14F-4D97-AF65-F5344CB8AC3E}">
        <p14:creationId xmlns:p14="http://schemas.microsoft.com/office/powerpoint/2010/main" val="342864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875E0C-8132-BF71-CB62-0BA0F5E8EDB0}"/>
              </a:ext>
            </a:extLst>
          </p:cNvPr>
          <p:cNvSpPr txBox="1"/>
          <p:nvPr/>
        </p:nvSpPr>
        <p:spPr>
          <a:xfrm>
            <a:off x="228600" y="546653"/>
            <a:ext cx="922599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Network Devices Overview</a:t>
            </a:r>
          </a:p>
          <a:p>
            <a:pPr>
              <a:buNone/>
            </a:pPr>
            <a:endParaRPr lang="en-GB" sz="2800" b="1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b="1" dirty="0">
                <a:solidFill>
                  <a:schemeClr val="bg1"/>
                </a:solidFill>
                <a:latin typeface="Orbitron Bold"/>
              </a:rPr>
              <a:t>Major Network Devices</a:t>
            </a:r>
          </a:p>
          <a:p>
            <a:pPr>
              <a:buNone/>
            </a:pPr>
            <a:endParaRPr lang="en-GB" sz="2800" b="1" dirty="0">
              <a:solidFill>
                <a:schemeClr val="bg1"/>
              </a:solidFill>
              <a:latin typeface="Orbitron Bold"/>
            </a:endParaRP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Router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Switch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Hub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Access Point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Firewall </a:t>
            </a:r>
          </a:p>
          <a:p>
            <a:endParaRPr lang="en-GB" sz="2800" dirty="0">
              <a:solidFill>
                <a:schemeClr val="bg1"/>
              </a:solidFill>
              <a:latin typeface="Orbitron Bold"/>
            </a:endParaRPr>
          </a:p>
          <a:p>
            <a:pPr>
              <a:buNone/>
            </a:pPr>
            <a:r>
              <a:rPr lang="en-GB" sz="2800" dirty="0">
                <a:solidFill>
                  <a:schemeClr val="bg1"/>
                </a:solidFill>
                <a:latin typeface="Orbitron Bold"/>
              </a:rPr>
              <a:t>These devices work together to ensure smooth communication across networks.</a:t>
            </a:r>
          </a:p>
        </p:txBody>
      </p:sp>
    </p:spTree>
    <p:extLst>
      <p:ext uri="{BB962C8B-B14F-4D97-AF65-F5344CB8AC3E}">
        <p14:creationId xmlns:p14="http://schemas.microsoft.com/office/powerpoint/2010/main" val="310201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28C3-55A4-7132-9D8E-35CCD405F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44" y="0"/>
            <a:ext cx="7364731" cy="98744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rbitron Bold"/>
              </a:rPr>
              <a:t>Router</a:t>
            </a:r>
            <a:endParaRPr lang="en-GH" sz="3600" b="1" dirty="0">
              <a:solidFill>
                <a:schemeClr val="bg1"/>
              </a:solidFill>
              <a:latin typeface="Orbitron Bold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03016D-CE12-BD87-7F4A-1CB00EC16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21" y="987448"/>
            <a:ext cx="5092801" cy="45088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reless Router">
            <a:extLst>
              <a:ext uri="{FF2B5EF4-FFF2-40B4-BE49-F238E27FC236}">
                <a16:creationId xmlns:a16="http://schemas.microsoft.com/office/drawing/2014/main" id="{38C13B62-5F97-40F6-92C6-454B8D74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96" y="987449"/>
            <a:ext cx="5437357" cy="4508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29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62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293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Orbitron Bold</vt:lpstr>
      <vt:lpstr>Office Theme</vt:lpstr>
      <vt:lpstr>BLUE HAT HACKERS</vt:lpstr>
      <vt:lpstr>Foundations of IP Data Networks and Network Devices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2026-06-01T22:53:11Z</dcterms:created>
  <dcterms:modified xsi:type="dcterms:W3CDTF">2026-06-01T23:06:43Z</dcterms:modified>
</cp:coreProperties>
</file>